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Suivi Travaux Maison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ED7AA"/>
                </a:solidFill>
              </a:defRPr>
            </a:pPr>
            <a:r>
              <a:t>Application Web de Suivi de Chantier en Temps Reel</a:t>
            </a:r>
          </a:p>
          <a:p>
            <a:pPr algn="ctr">
              <a:spcBef>
                <a:spcPts val="1500"/>
              </a:spcBef>
              <a:defRPr sz="1800">
                <a:solidFill>
                  <a:srgbClr val="FED7AA"/>
                </a:solidFill>
              </a:defRPr>
            </a:pPr>
            <a:r>
              <a:t>Node.js | Vue.js 3 | Socket.io | MongoDB</a:t>
            </a:r>
          </a:p>
          <a:p>
            <a:pPr algn="ctr">
              <a:spcBef>
                <a:spcPts val="3000"/>
              </a:spcBef>
              <a:defRPr sz="1400">
                <a:solidFill>
                  <a:srgbClr val="FDBA74"/>
                </a:solidFill>
              </a:defRPr>
            </a:pPr>
            <a:r>
              <a:t>Projet L3 ISI - Technologies Web Backend |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1. Introduction et Problematique</a:t>
            </a:r>
          </a:p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2. Technologies Utilisees</a:t>
            </a:r>
          </a:p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3. Architecture du Projet</a:t>
            </a:r>
          </a:p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4. Base de Donnees (MongoDB)</a:t>
            </a:r>
          </a:p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5. Fonctionnalites</a:t>
            </a:r>
          </a:p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6. Temps Reel (Socket.io)</a:t>
            </a:r>
          </a:p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7. Securite</a:t>
            </a:r>
          </a:p>
          <a:p>
            <a:pPr>
              <a:spcBef>
                <a:spcPts val="1000"/>
              </a:spcBef>
              <a:defRPr sz="2000">
                <a:solidFill>
                  <a:srgbClr val="FED7AA"/>
                </a:solidFill>
              </a:defRPr>
            </a:pPr>
            <a:r>
              <a:t>8.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Introduction et Problematique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Contexte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Problematique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Le suivi de chantier de construction est souvent gere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manuellement (papier, appels, visites). Cela entraine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Retards dans la communication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Manque de visibilite sur l'avancement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Difficulte a controler le budget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Solution proposee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Une application web temps reel permettant a tous les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acteurs (maitre d'ouvrage, maitre d'oeuvre, artisans)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de collaborer et suivre l'avancement du chantier.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Suivre l'avancement des travaux en temps reel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Gerer les projets par phases et taches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Controler le budget et les depenses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Permettre la communication instantanee (chat)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Generer des rapports journaliers avec photos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Definir des roles clairs (maitre d'ouvrage, artisan...)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Notifier en temps reel les changements de statut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Technologies Utilisees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Node.js (Runtime JavaScript)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Express.js (Framework HTTP)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Socket.io (Temps reel/WebSocket)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MongoDB + Mongoose (Base NoSQL)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JWT (Authentification)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Multer (Upload fichiers)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Bcrypt.js (Hashage mots de passe)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Vue.js 3 (Framework reactif)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Pinia (State Management)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Vue Router (Navigation SPA)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Axios (Requetes HTTP)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Socket.io-client (Temps reel)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Chart.js + vue-chartjs (Graphiques)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Vite (Build tool / HMR)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Justification des Choix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Node.js + Express : performant pour les I/O, ideal pour le temps reel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Socket.io : communication bidirectionnelle instantanee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MongoDB : schema flexible, adapte aux donnees de chantier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Vue.js 3 : reactivite, Composition API, ecosysteme riche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Pinia : store centralise, type-safe, leger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JWT : authentification stateless, adaptee aux API REST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Chart.js : visualisation intuitive du budget et avancement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Architecture du Projet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Architecture Client-Serveur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Architecture en 2 tiers separees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Frontend (Vue.js) &lt;---&gt; Backend (Express + Socket.io)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    Port 5173              Port 5000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                               |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                           MongoDB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Communication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API REST (HTTP) pour les operations CRUD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WebSocket (Socket.io) pour le temps reel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JWT Bearer Token pour l'authentification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Structure des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Backend (src/)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config/ - Connexion MongoDB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controllers/ - Logique metier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middleware/ - Auth JWT, upload Multer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models/ - Schemas Mongoose (7 modeles)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routes/ - Routes Express (6 fichiers)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sockets/ - Handlers Socket.io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utils/ - Seeders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server.js - Point d'entree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Frontend (src/)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views/ - Pages (7 vues)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   Login, Register, Dashboard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   Projets, ProjetDetail, NouveauProjet, Chat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stores/ - Pinia (auth store)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services/ - API + Socket client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components/ - Layout reutilisable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</a:defRPr>
            </a:pPr>
            <a:r>
              <a:t>router/ - Vue Router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Base de Donnees (MongoDB)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Modeles de Donnees (Mongoose)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Modele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Champs principaux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Relations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nom, prenom, email, password, role, specialite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role: maitre-ouvrage/oeuvre/artisan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Projet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titre, adresse, dateDebut, dateFin, budget, statut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ref: maitreOuvrage, maitreOeuvre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titre, projet, ordre, budgetPrevu, avancement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ref: Projet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titre, phase, projet, artisan, avancement, priorite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ref: Phase, Projet, User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Depense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titre, montant, categorie, date, facture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ref: Projet, Phase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travauxRealises, difficultes, meteo, photos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ref: Projet, User (auteur)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Message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contenu, expediteur, projet, lu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ref: Projet, User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Relations entre les Modeles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Projet -&gt; Phases -&gt; Taches (hierarchie)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Un Projet a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- 1 Maitre d'ouvrage (proprietaire)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- 1 Maitre d'oeuvre (responsable technique)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N Phases (ordonnees)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N Depenses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N Rapports journaliers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N Messages (chat)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Une Tache est assignee a 1 Artisan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Une Tache peut avoir des dependances (autres taches)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Fonctionnalites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Gestion des Projets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Creation de projet (titre, adresse, dates, budget)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Statuts : Planification, En cours, Suspendu, Termine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Avancement global calcule automatiquement (0-100%)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Dashboard avec statistiques et graphiques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Liste des projets avec filtres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Detail du projet avec phases et taches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Gestion des Phases et Taches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Phases ordonnees (Fondations -&gt; Gros oeuvre -&gt; Finitions...)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Chaque phase a son budget prevu et avancement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Taches assignees aux artisans par specialite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Priorites : Basse, Moyenne, Haute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Statuts : A faire, En cours, Terminee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Dependances entre taches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Mise a jour de l'avancement en pourcentage (0-100%)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Suivi Budget et Depenses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Budget total defini a la creation du projet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Budget prevu par phase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Enregistrement des depenses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Categories : materiaux, main d'oeuvre, equipement,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  transport, autre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Montant, date, description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Piece jointe (facture)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Visualisation graphique (Chart.js)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Budget prevu vs depense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Repartition par categorie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Rapports Journaliers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Rapport quotidien cree par le maitre d'oeuvre ou l'artisan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Contenu du rapport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Travaux realises (description)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Difficultes rencontrees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Conditions meteo (ensoleille, pluie, vent fort...)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Photos du chantier (upload)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Observations complementaires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Historique consultable par le maitre d'ouvrage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Systeme de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Permissions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Maitre d'ouvrage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Proprietaire / Client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Voir tout, creer projets, consulter rapports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Maitre d'oeuvre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Chef de chantier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Gerer phases/taches, rapports, assigner artisans</a:t>
                      </a:r>
                    </a:p>
                  </a:txBody>
                  <a:tcPr anchor="ctr"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Artisan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Executant specialise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Voir ses taches, mettre a jour avancement, chat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Temps Reel (Socket.io)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Communication Temps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WebSocket via Socket.io (bidirectionnel)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Evenements implementes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join-projet : rejoindre la room d'un projet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avancement : mise a jour du % en direct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tache-terminee : notification quand une tache = 100%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message : chat en temps reel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typing : indicateur de saisie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Authentification du socket via JWT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Rooms par projet (isolation des donnees)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Messagerie Instantanee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Chat integre par projet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Messages persistes en base de donnees (historique)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Indicateur de saisie (typing) en temps reel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Tous les membres du projet dans le meme salon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Expediteur identifie (nom, prenom, role)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Statut de lecture (lu / non lu)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Securite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Mesures de Securite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Authentification JWT (JSON Web Token)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Token signe avec secret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Verification a chaque requete (middleware)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- Authentification des sockets egalement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Hashage des mots de passe (Bcrypt, 10 rounds)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Validation des donnees en entree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CORS configure (cross-origin)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Upload securise avec Multer (filtrage, taille max)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Variables d'environnement (.env) pour les secrets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Endpoints API REST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Methode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/api/v1/auth/register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Inscription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/api/v1/auth/login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Connexion (retourne JWT)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/api/v1/projets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Liste des projets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/api/v1/projets/:id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Detail + phases + taches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/api/v1/projets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Creer un projet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/api/v1/phases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Creer une phase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/api/v1/taches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Creer une tache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/api/v1/taches/:id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Mettre a jour avancement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/api/v1/depenses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Ajouter une depense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/api/v1/rapports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Rapport journalier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/api/v1/projets/dashboard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Statistiques globales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Demonstration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Installation et Lancement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Prerequis : Node.js &gt;= 18, MongoDB, npm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Backend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cd backend &amp;&amp; npm install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cp .env.example .env  (configurer MongoDB + JWT_SECRET)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npm run seed  (donnees de demo)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npm run dev   (demarre sur http://localhost:5000)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Frontend :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cd frontend &amp;&amp; npm install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   npm run dev   (demarre sur http://localhost:5173)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Comptes de Test (apres seed)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Mot de passe</a:t>
                      </a:r>
                    </a:p>
                  </a:txBody>
                  <a:tcPr anchor="ctr">
                    <a:solidFill>
                      <a:srgbClr val="92400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Maitre d'ouvrage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mamadou@test.com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password123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Maitre d'oeuvre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fatou@test.com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password123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Artisan (Maconnerie)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ibrahima@test.com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password123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Artisan (Plomberie)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ousmane@test.com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password123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Application complete de suivi de chantier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Communication temps reel entre tous les acteurs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Suivi budgetaire et avancement automatise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Architecture moderne et scalable (API REST + WebSocket)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Separation frontend / backend (SPA + API)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Perspectives d'evolution :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   - Application mobile (React Native / Flutter)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   - Notifications push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   - Export PDF des rapports</a:t>
            </a:r>
          </a:p>
          <a:p>
            <a:pPr>
              <a:spcBef>
                <a:spcPts val="1200"/>
              </a:spcBef>
              <a:defRPr sz="1800">
                <a:solidFill>
                  <a:srgbClr val="FED7AA"/>
                </a:solidFill>
              </a:defRPr>
            </a:pPr>
            <a:r>
              <a:t>   - Planification Gantt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  <a:p>
            <a:pPr algn="ctr">
              <a:spcBef>
                <a:spcPts val="3000"/>
              </a:spcBef>
              <a:defRPr sz="2400">
                <a:solidFill>
                  <a:srgbClr val="EA580C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